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2" r:id="rId5"/>
    <p:sldId id="373" r:id="rId6"/>
    <p:sldId id="365" r:id="rId7"/>
    <p:sldId id="381" r:id="rId8"/>
    <p:sldId id="3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B905-0673-5A7A-C8B2-FED77254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8E0A8-B9E6-FE54-0F0E-D824FC912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05CCC-389D-E1DA-E837-52EE5806E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9866F-5C61-66DE-9E5F-57C810902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66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753" y="938994"/>
            <a:ext cx="12191998" cy="3215641"/>
          </a:xfrm>
        </p:spPr>
        <p:txBody>
          <a:bodyPr anchor="b"/>
          <a:lstStyle/>
          <a:p>
            <a:r>
              <a:rPr lang="en-US" dirty="0"/>
              <a:t>Project plan, communications plan &amp; risk assessment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0326" y="4696667"/>
            <a:ext cx="12191997" cy="2577772"/>
          </a:xfrm>
        </p:spPr>
        <p:txBody>
          <a:bodyPr/>
          <a:lstStyle/>
          <a:p>
            <a:r>
              <a:rPr lang="en-US" dirty="0"/>
              <a:t>Group d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0D0B9F-5347-CEAC-67B8-9194A0F84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49" y="1084729"/>
            <a:ext cx="11064501" cy="5220526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74686C52-5765-BC2F-033A-666F4F77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49" y="471098"/>
            <a:ext cx="5164698" cy="54191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Project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plan: Jira</a:t>
            </a: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07A91B-E3A9-665D-72EC-81717835B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0" y="1929223"/>
            <a:ext cx="11824277" cy="3635111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0AE32F86-2000-1872-B5AE-BE28E1E1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4083" y="1293666"/>
            <a:ext cx="10515601" cy="541913"/>
          </a:xfrm>
        </p:spPr>
        <p:txBody>
          <a:bodyPr/>
          <a:lstStyle/>
          <a:p>
            <a:r>
              <a:rPr lang="en-US" dirty="0"/>
              <a:t>Project timeline Gantt chart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93666"/>
            <a:ext cx="10515601" cy="541913"/>
          </a:xfrm>
        </p:spPr>
        <p:txBody>
          <a:bodyPr/>
          <a:lstStyle/>
          <a:p>
            <a:r>
              <a:rPr lang="en-US" dirty="0"/>
              <a:t>Communications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2B219-4F7D-C64A-68CB-C775A9491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2" y="2144866"/>
            <a:ext cx="11027096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CA27-A8EE-76C1-6A12-45D7197E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DB342-F019-F173-B419-689F5E04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67" y="488608"/>
            <a:ext cx="4155142" cy="541913"/>
          </a:xfrm>
        </p:spPr>
        <p:txBody>
          <a:bodyPr/>
          <a:lstStyle/>
          <a:p>
            <a:r>
              <a:rPr lang="en-US" dirty="0"/>
              <a:t>Risk assessment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0656F-DE6A-2EB8-B072-2722C257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Picture 1" descr="A diagram of fishbone diagram&#10;&#10;AI-generated content may be incorrect.">
            <a:extLst>
              <a:ext uri="{FF2B5EF4-FFF2-40B4-BE49-F238E27FC236}">
                <a16:creationId xmlns:a16="http://schemas.microsoft.com/office/drawing/2014/main" id="{0E1C8AA3-57D9-2B6D-0ED0-66625BAF1F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20"/>
          <a:stretch>
            <a:fillRect/>
          </a:stretch>
        </p:blipFill>
        <p:spPr>
          <a:xfrm>
            <a:off x="803067" y="1030521"/>
            <a:ext cx="10585865" cy="52447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31631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{BB44F627-E5C2-4ECF-A3BB-CF34AF589F82}tf11936837_win32</Template>
  <TotalTime>162</TotalTime>
  <Words>30</Words>
  <Application>Microsoft Office PowerPoint</Application>
  <PresentationFormat>Widescreen</PresentationFormat>
  <Paragraphs>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Nova</vt:lpstr>
      <vt:lpstr>Biome</vt:lpstr>
      <vt:lpstr>Calibri</vt:lpstr>
      <vt:lpstr>Custom</vt:lpstr>
      <vt:lpstr>Project plan, communications plan &amp; risk assessment</vt:lpstr>
      <vt:lpstr>Project plan: Jira</vt:lpstr>
      <vt:lpstr>Project timeline Gantt chart</vt:lpstr>
      <vt:lpstr>Communications Plan</vt:lpstr>
      <vt:lpstr>Risk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Kioko</dc:creator>
  <cp:lastModifiedBy>Ryan Kioko</cp:lastModifiedBy>
  <cp:revision>1</cp:revision>
  <dcterms:created xsi:type="dcterms:W3CDTF">2025-11-10T13:49:30Z</dcterms:created>
  <dcterms:modified xsi:type="dcterms:W3CDTF">2025-11-10T16:31:35Z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