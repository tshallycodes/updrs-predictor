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312" r:id="rId3"/>
    <p:sldId id="260" r:id="rId4"/>
    <p:sldId id="311" r:id="rId5"/>
    <p:sldId id="313" r:id="rId6"/>
  </p:sldIdLst>
  <p:sldSz cx="9144000" cy="5143500" type="screen16x9"/>
  <p:notesSz cx="6858000" cy="9144000"/>
  <p:embeddedFontLst>
    <p:embeddedFont>
      <p:font typeface="Actor" panose="020B0604020202020204" charset="0"/>
      <p:regular r:id="rId8"/>
    </p:embeddedFont>
    <p:embeddedFont>
      <p:font typeface="Unbounded" panose="020B0604020202020204" charset="0"/>
      <p:regular r:id="rId9"/>
      <p:bold r:id="rId10"/>
    </p:embeddedFont>
    <p:embeddedFont>
      <p:font typeface="Unbounded Light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D4BFC3-81B5-4483-8DE5-487C1464F827}">
  <a:tblStyle styleId="{2DD4BFC3-81B5-4483-8DE5-487C1464F8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04336F-5EAC-4FA8-8335-9CF2D04264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4B6D7CFC-4D71-25A7-4DEA-EAE0B080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54dda1946d_6_308:notes">
            <a:extLst>
              <a:ext uri="{FF2B5EF4-FFF2-40B4-BE49-F238E27FC236}">
                <a16:creationId xmlns:a16="http://schemas.microsoft.com/office/drawing/2014/main" id="{C02835A0-CDB6-A9EC-CE69-EC933049A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54dda1946d_6_308:notes">
            <a:extLst>
              <a:ext uri="{FF2B5EF4-FFF2-40B4-BE49-F238E27FC236}">
                <a16:creationId xmlns:a16="http://schemas.microsoft.com/office/drawing/2014/main" id="{92608EDE-B5A2-2509-7D5E-199A1F31F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782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2753CA10-4482-68E6-EA25-630E3F9D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54dda1946d_6_308:notes">
            <a:extLst>
              <a:ext uri="{FF2B5EF4-FFF2-40B4-BE49-F238E27FC236}">
                <a16:creationId xmlns:a16="http://schemas.microsoft.com/office/drawing/2014/main" id="{E209D66C-1C3F-2B32-DB50-DD8DA7E41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54dda1946d_6_308:notes">
            <a:extLst>
              <a:ext uri="{FF2B5EF4-FFF2-40B4-BE49-F238E27FC236}">
                <a16:creationId xmlns:a16="http://schemas.microsoft.com/office/drawing/2014/main" id="{906631E2-A4A3-3ACB-F83D-02D551BF6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02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690133D2-C0FD-8FCB-0183-97369EA1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54dda1946d_6_308:notes">
            <a:extLst>
              <a:ext uri="{FF2B5EF4-FFF2-40B4-BE49-F238E27FC236}">
                <a16:creationId xmlns:a16="http://schemas.microsoft.com/office/drawing/2014/main" id="{E2090A81-47F1-886C-4C45-3F48D930D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54dda1946d_6_308:notes">
            <a:extLst>
              <a:ext uri="{FF2B5EF4-FFF2-40B4-BE49-F238E27FC236}">
                <a16:creationId xmlns:a16="http://schemas.microsoft.com/office/drawing/2014/main" id="{2C61A930-5F0E-642B-0919-6AEF91C12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15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157250" y="0"/>
            <a:ext cx="4986750" cy="3919025"/>
            <a:chOff x="4157250" y="0"/>
            <a:chExt cx="4986750" cy="3919025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l="1389" t="26409" r="75094" b="13678"/>
            <a:stretch/>
          </p:blipFill>
          <p:spPr>
            <a:xfrm>
              <a:off x="6204675" y="0"/>
              <a:ext cx="2939325" cy="391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l="21162" t="55240" r="32620" b="4308"/>
            <a:stretch/>
          </p:blipFill>
          <p:spPr>
            <a:xfrm>
              <a:off x="4157250" y="0"/>
              <a:ext cx="4986750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12;p2"/>
          <p:cNvGrpSpPr/>
          <p:nvPr/>
        </p:nvGrpSpPr>
        <p:grpSpPr>
          <a:xfrm>
            <a:off x="0" y="1017726"/>
            <a:ext cx="4438149" cy="4166224"/>
            <a:chOff x="0" y="1017726"/>
            <a:chExt cx="4438149" cy="416622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35374" t="5165" r="21354" b="51352"/>
            <a:stretch/>
          </p:blipFill>
          <p:spPr>
            <a:xfrm>
              <a:off x="0" y="280950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2">
              <a:alphaModFix/>
            </a:blip>
            <a:srcRect t="21590" r="76126" b="13747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28750" y="1017725"/>
            <a:ext cx="7486500" cy="20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307600" y="31894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ctor"/>
                <a:ea typeface="Actor"/>
                <a:cs typeface="Actor"/>
                <a:sym typeface="Acto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340025" y="-478950"/>
            <a:ext cx="7726051" cy="5976025"/>
            <a:chOff x="340025" y="-478950"/>
            <a:chExt cx="7726051" cy="5976025"/>
          </a:xfrm>
        </p:grpSpPr>
        <p:sp>
          <p:nvSpPr>
            <p:cNvPr id="18" name="Google Shape;18;p2"/>
            <p:cNvSpPr/>
            <p:nvPr/>
          </p:nvSpPr>
          <p:spPr>
            <a:xfrm>
              <a:off x="340025" y="4190875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044475" y="-478950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0" y="0"/>
            <a:ext cx="9144000" cy="5183950"/>
            <a:chOff x="0" y="0"/>
            <a:chExt cx="9144000" cy="5183950"/>
          </a:xfrm>
        </p:grpSpPr>
        <p:grpSp>
          <p:nvGrpSpPr>
            <p:cNvPr id="22" name="Google Shape;22;p3"/>
            <p:cNvGrpSpPr/>
            <p:nvPr/>
          </p:nvGrpSpPr>
          <p:grpSpPr>
            <a:xfrm flipH="1">
              <a:off x="0" y="0"/>
              <a:ext cx="4986750" cy="3919025"/>
              <a:chOff x="4157250" y="0"/>
              <a:chExt cx="4986750" cy="3919025"/>
            </a:xfrm>
          </p:grpSpPr>
          <p:pic>
            <p:nvPicPr>
              <p:cNvPr id="23" name="Google Shape;23;p3"/>
              <p:cNvPicPr preferRelativeResize="0"/>
              <p:nvPr/>
            </p:nvPicPr>
            <p:blipFill rotWithShape="1">
              <a:blip r:embed="rId2">
                <a:alphaModFix/>
              </a:blip>
              <a:srcRect l="1389" t="26409" r="75094" b="13678"/>
              <a:stretch/>
            </p:blipFill>
            <p:spPr>
              <a:xfrm>
                <a:off x="6204675" y="0"/>
                <a:ext cx="2939325" cy="3919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3"/>
              <p:cNvPicPr preferRelativeResize="0"/>
              <p:nvPr/>
            </p:nvPicPr>
            <p:blipFill rotWithShape="1">
              <a:blip r:embed="rId3">
                <a:alphaModFix/>
              </a:blip>
              <a:srcRect l="21162" t="55240" r="32620" b="4308"/>
              <a:stretch/>
            </p:blipFill>
            <p:spPr>
              <a:xfrm>
                <a:off x="4157250" y="0"/>
                <a:ext cx="4986750" cy="2284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" name="Google Shape;25;p3"/>
            <p:cNvGrpSpPr/>
            <p:nvPr/>
          </p:nvGrpSpPr>
          <p:grpSpPr>
            <a:xfrm flipH="1">
              <a:off x="4705851" y="1017726"/>
              <a:ext cx="4438149" cy="4166224"/>
              <a:chOff x="0" y="1017726"/>
              <a:chExt cx="4438149" cy="4166224"/>
            </a:xfrm>
          </p:grpSpPr>
          <p:pic>
            <p:nvPicPr>
              <p:cNvPr id="26" name="Google Shape;26;p3"/>
              <p:cNvPicPr preferRelativeResize="0"/>
              <p:nvPr/>
            </p:nvPicPr>
            <p:blipFill rotWithShape="1">
              <a:blip r:embed="rId3">
                <a:alphaModFix/>
              </a:blip>
              <a:srcRect l="35374" t="5165" r="21354" b="51352"/>
              <a:stretch/>
            </p:blipFill>
            <p:spPr>
              <a:xfrm>
                <a:off x="0" y="2809500"/>
                <a:ext cx="4438149" cy="233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3"/>
              <p:cNvPicPr preferRelativeResize="0"/>
              <p:nvPr/>
            </p:nvPicPr>
            <p:blipFill rotWithShape="1">
              <a:blip r:embed="rId2">
                <a:alphaModFix/>
              </a:blip>
              <a:srcRect t="21590" r="76126" b="13747"/>
              <a:stretch/>
            </p:blipFill>
            <p:spPr>
              <a:xfrm rot="10800000">
                <a:off x="0" y="1017726"/>
                <a:ext cx="2939325" cy="41662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1426950" y="2357700"/>
            <a:ext cx="6290100" cy="13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3734400" y="776150"/>
            <a:ext cx="1675200" cy="1382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2567250" y="3857300"/>
            <a:ext cx="4009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3"/>
          <p:cNvGrpSpPr/>
          <p:nvPr/>
        </p:nvGrpSpPr>
        <p:grpSpPr>
          <a:xfrm>
            <a:off x="961015" y="-478950"/>
            <a:ext cx="7745176" cy="5234706"/>
            <a:chOff x="961015" y="-478950"/>
            <a:chExt cx="7745176" cy="5234706"/>
          </a:xfrm>
        </p:grpSpPr>
        <p:sp>
          <p:nvSpPr>
            <p:cNvPr id="32" name="Google Shape;32;p3"/>
            <p:cNvSpPr/>
            <p:nvPr/>
          </p:nvSpPr>
          <p:spPr>
            <a:xfrm flipH="1">
              <a:off x="7906891" y="-320975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961015" y="-478950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155357" y="4190875"/>
              <a:ext cx="550834" cy="564881"/>
            </a:xfrm>
            <a:custGeom>
              <a:avLst/>
              <a:gdLst/>
              <a:ahLst/>
              <a:cxnLst/>
              <a:rect l="l" t="t" r="r" b="b"/>
              <a:pathLst>
                <a:path w="43135" h="44235" extrusionOk="0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0"/>
          <p:cNvGrpSpPr/>
          <p:nvPr/>
        </p:nvGrpSpPr>
        <p:grpSpPr>
          <a:xfrm rot="10800000" flipH="1">
            <a:off x="1" y="0"/>
            <a:ext cx="6656573" cy="2354225"/>
            <a:chOff x="1" y="2829725"/>
            <a:chExt cx="6656573" cy="2354225"/>
          </a:xfrm>
        </p:grpSpPr>
        <p:pic>
          <p:nvPicPr>
            <p:cNvPr id="400" name="Google Shape;400;p30"/>
            <p:cNvPicPr preferRelativeResize="0"/>
            <p:nvPr/>
          </p:nvPicPr>
          <p:blipFill rotWithShape="1">
            <a:blip r:embed="rId2">
              <a:alphaModFix/>
            </a:blip>
            <a:srcRect l="20102" t="-4419" r="24274" b="60658"/>
            <a:stretch/>
          </p:blipFill>
          <p:spPr>
            <a:xfrm>
              <a:off x="951450" y="2829725"/>
              <a:ext cx="5705124" cy="2348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30"/>
            <p:cNvPicPr preferRelativeResize="0"/>
            <p:nvPr/>
          </p:nvPicPr>
          <p:blipFill rotWithShape="1">
            <a:blip r:embed="rId3">
              <a:alphaModFix/>
            </a:blip>
            <a:srcRect l="4228" t="58248" r="61887" b="13983"/>
            <a:stretch/>
          </p:blipFill>
          <p:spPr>
            <a:xfrm rot="10800000">
              <a:off x="1" y="3394850"/>
              <a:ext cx="4171674" cy="178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p30"/>
          <p:cNvGrpSpPr/>
          <p:nvPr/>
        </p:nvGrpSpPr>
        <p:grpSpPr>
          <a:xfrm rot="10800000" flipH="1">
            <a:off x="4985201" y="1693850"/>
            <a:ext cx="4171674" cy="3490101"/>
            <a:chOff x="4985201" y="0"/>
            <a:chExt cx="4171674" cy="3490101"/>
          </a:xfrm>
        </p:grpSpPr>
        <p:pic>
          <p:nvPicPr>
            <p:cNvPr id="403" name="Google Shape;403;p30"/>
            <p:cNvPicPr preferRelativeResize="0"/>
            <p:nvPr/>
          </p:nvPicPr>
          <p:blipFill rotWithShape="1">
            <a:blip r:embed="rId2">
              <a:alphaModFix/>
            </a:blip>
            <a:srcRect l="20955" t="31285" r="59279" b="6909"/>
            <a:stretch/>
          </p:blipFill>
          <p:spPr>
            <a:xfrm>
              <a:off x="7011325" y="0"/>
              <a:ext cx="2132676" cy="3490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0"/>
            <p:cNvPicPr preferRelativeResize="0"/>
            <p:nvPr/>
          </p:nvPicPr>
          <p:blipFill rotWithShape="1">
            <a:blip r:embed="rId3">
              <a:alphaModFix/>
            </a:blip>
            <a:srcRect l="4228" t="58248" r="61887" b="13983"/>
            <a:stretch/>
          </p:blipFill>
          <p:spPr>
            <a:xfrm>
              <a:off x="4985201" y="0"/>
              <a:ext cx="4171674" cy="178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30"/>
          <p:cNvGrpSpPr/>
          <p:nvPr/>
        </p:nvGrpSpPr>
        <p:grpSpPr>
          <a:xfrm rot="10800000" flipH="1">
            <a:off x="228600" y="173025"/>
            <a:ext cx="10722000" cy="5463125"/>
            <a:chOff x="228600" y="-452200"/>
            <a:chExt cx="10722000" cy="5463125"/>
          </a:xfrm>
        </p:grpSpPr>
        <p:sp>
          <p:nvSpPr>
            <p:cNvPr id="406" name="Google Shape;406;p30"/>
            <p:cNvSpPr/>
            <p:nvPr/>
          </p:nvSpPr>
          <p:spPr>
            <a:xfrm>
              <a:off x="8520800" y="1196350"/>
              <a:ext cx="2429800" cy="2429150"/>
            </a:xfrm>
            <a:custGeom>
              <a:avLst/>
              <a:gdLst/>
              <a:ahLst/>
              <a:cxnLst/>
              <a:rect l="l" t="t" r="r" b="b"/>
              <a:pathLst>
                <a:path w="97192" h="97166" extrusionOk="0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3799350" y="4660275"/>
              <a:ext cx="1545300" cy="350650"/>
            </a:xfrm>
            <a:custGeom>
              <a:avLst/>
              <a:gdLst/>
              <a:ahLst/>
              <a:cxnLst/>
              <a:rect l="l" t="t" r="r" b="b"/>
              <a:pathLst>
                <a:path w="61812" h="14026" extrusionOk="0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228600" y="-452200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1"/>
          <p:cNvGrpSpPr/>
          <p:nvPr/>
        </p:nvGrpSpPr>
        <p:grpSpPr>
          <a:xfrm rot="10800000" flipH="1">
            <a:off x="3837275" y="604287"/>
            <a:ext cx="5306726" cy="4524600"/>
            <a:chOff x="3837275" y="0"/>
            <a:chExt cx="5306726" cy="4524600"/>
          </a:xfrm>
        </p:grpSpPr>
        <p:pic>
          <p:nvPicPr>
            <p:cNvPr id="411" name="Google Shape;411;p31"/>
            <p:cNvPicPr preferRelativeResize="0"/>
            <p:nvPr/>
          </p:nvPicPr>
          <p:blipFill rotWithShape="1">
            <a:blip r:embed="rId2">
              <a:alphaModFix/>
            </a:blip>
            <a:srcRect l="5319" t="20045" r="76013" b="10783"/>
            <a:stretch/>
          </p:blipFill>
          <p:spPr>
            <a:xfrm>
              <a:off x="6810850" y="0"/>
              <a:ext cx="2333151" cy="45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31"/>
            <p:cNvPicPr preferRelativeResize="0"/>
            <p:nvPr/>
          </p:nvPicPr>
          <p:blipFill rotWithShape="1">
            <a:blip r:embed="rId3">
              <a:alphaModFix/>
            </a:blip>
            <a:srcRect l="28196" t="61951" r="22619" b="-2402"/>
            <a:stretch/>
          </p:blipFill>
          <p:spPr>
            <a:xfrm>
              <a:off x="3837275" y="0"/>
              <a:ext cx="5306724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31"/>
          <p:cNvGrpSpPr/>
          <p:nvPr/>
        </p:nvGrpSpPr>
        <p:grpSpPr>
          <a:xfrm rot="10800000" flipH="1">
            <a:off x="0" y="-55062"/>
            <a:ext cx="4438149" cy="4166224"/>
            <a:chOff x="0" y="1017726"/>
            <a:chExt cx="4438149" cy="4166224"/>
          </a:xfrm>
        </p:grpSpPr>
        <p:pic>
          <p:nvPicPr>
            <p:cNvPr id="414" name="Google Shape;414;p31"/>
            <p:cNvPicPr preferRelativeResize="0"/>
            <p:nvPr/>
          </p:nvPicPr>
          <p:blipFill rotWithShape="1">
            <a:blip r:embed="rId3">
              <a:alphaModFix/>
            </a:blip>
            <a:srcRect l="35374" t="5165" r="21354" b="51352"/>
            <a:stretch/>
          </p:blipFill>
          <p:spPr>
            <a:xfrm>
              <a:off x="0" y="280950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1"/>
            <p:cNvPicPr preferRelativeResize="0"/>
            <p:nvPr/>
          </p:nvPicPr>
          <p:blipFill rotWithShape="1">
            <a:blip r:embed="rId2">
              <a:alphaModFix/>
            </a:blip>
            <a:srcRect t="21590" r="76126" b="13747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31"/>
          <p:cNvGrpSpPr/>
          <p:nvPr/>
        </p:nvGrpSpPr>
        <p:grpSpPr>
          <a:xfrm>
            <a:off x="-308375" y="-307500"/>
            <a:ext cx="9012400" cy="5212970"/>
            <a:chOff x="-308375" y="-307500"/>
            <a:chExt cx="9012400" cy="5212970"/>
          </a:xfrm>
        </p:grpSpPr>
        <p:grpSp>
          <p:nvGrpSpPr>
            <p:cNvPr id="417" name="Google Shape;417;p31"/>
            <p:cNvGrpSpPr/>
            <p:nvPr/>
          </p:nvGrpSpPr>
          <p:grpSpPr>
            <a:xfrm rot="10800000" flipH="1">
              <a:off x="437813" y="-307500"/>
              <a:ext cx="8266213" cy="1306200"/>
              <a:chOff x="437813" y="4130188"/>
              <a:chExt cx="8266213" cy="1306200"/>
            </a:xfrm>
          </p:grpSpPr>
          <p:sp>
            <p:nvSpPr>
              <p:cNvPr id="418" name="Google Shape;418;p31"/>
              <p:cNvSpPr/>
              <p:nvPr/>
            </p:nvSpPr>
            <p:spPr>
              <a:xfrm>
                <a:off x="7957625" y="4130188"/>
                <a:ext cx="746400" cy="1306200"/>
              </a:xfrm>
              <a:custGeom>
                <a:avLst/>
                <a:gdLst/>
                <a:ahLst/>
                <a:cxnLst/>
                <a:rect l="l" t="t" r="r" b="b"/>
                <a:pathLst>
                  <a:path w="29856" h="52248" extrusionOk="0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1"/>
              <p:cNvSpPr/>
              <p:nvPr/>
            </p:nvSpPr>
            <p:spPr>
              <a:xfrm>
                <a:off x="437813" y="4321563"/>
                <a:ext cx="550834" cy="564881"/>
              </a:xfrm>
              <a:custGeom>
                <a:avLst/>
                <a:gdLst/>
                <a:ahLst/>
                <a:cxnLst/>
                <a:rect l="l" t="t" r="r" b="b"/>
                <a:pathLst>
                  <a:path w="43135" h="44235" extrusionOk="0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0" name="Google Shape;420;p31"/>
            <p:cNvSpPr/>
            <p:nvPr/>
          </p:nvSpPr>
          <p:spPr>
            <a:xfrm>
              <a:off x="-308375" y="3886925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31"/>
          <p:cNvGrpSpPr/>
          <p:nvPr/>
        </p:nvGrpSpPr>
        <p:grpSpPr>
          <a:xfrm rot="7200089">
            <a:off x="7619188" y="3767509"/>
            <a:ext cx="1257916" cy="1342596"/>
            <a:chOff x="-408900" y="504142"/>
            <a:chExt cx="1167600" cy="1246200"/>
          </a:xfrm>
        </p:grpSpPr>
        <p:cxnSp>
          <p:nvCxnSpPr>
            <p:cNvPr id="422" name="Google Shape;422;p31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31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31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76" r:id="rId4"/>
    <p:sldLayoutId id="214748367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yan-Kioko/Parkinsons-Finger-Tapping-Project/blob/main/Parkinson's%20Finger-Tapping%20Signal%20Processing/docs/2nd%20Project%20Status%20Report%20JAN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ubutshally.atlassian.net/issues?filter=-4&amp;jql=sprint%20IN%20(1%2C%20empty%2C%2034)%20ORDER%20BY%20created%20DESC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>
            <a:spLocks noGrp="1"/>
          </p:cNvSpPr>
          <p:nvPr>
            <p:ph type="ctrTitle"/>
          </p:nvPr>
        </p:nvSpPr>
        <p:spPr>
          <a:xfrm>
            <a:off x="828750" y="1017725"/>
            <a:ext cx="7486500" cy="20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b="0" dirty="0"/>
              <a:t>Project Round 4 Update</a:t>
            </a:r>
            <a:endParaRPr dirty="0"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1"/>
          </p:nvPr>
        </p:nvSpPr>
        <p:spPr>
          <a:xfrm>
            <a:off x="2307600" y="31894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D</a:t>
            </a:r>
            <a:endParaRPr dirty="0"/>
          </a:p>
        </p:txBody>
      </p:sp>
      <p:sp>
        <p:nvSpPr>
          <p:cNvPr id="437" name="Google Shape;437;p35"/>
          <p:cNvSpPr/>
          <p:nvPr/>
        </p:nvSpPr>
        <p:spPr>
          <a:xfrm>
            <a:off x="3799350" y="3919025"/>
            <a:ext cx="1545300" cy="350650"/>
          </a:xfrm>
          <a:custGeom>
            <a:avLst/>
            <a:gdLst/>
            <a:ahLst/>
            <a:cxnLst/>
            <a:rect l="l" t="t" r="r" b="b"/>
            <a:pathLst>
              <a:path w="61812" h="14026" extrusionOk="0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806025" y="672850"/>
            <a:ext cx="550834" cy="564881"/>
          </a:xfrm>
          <a:custGeom>
            <a:avLst/>
            <a:gdLst/>
            <a:ahLst/>
            <a:cxnLst/>
            <a:rect l="l" t="t" r="r" b="b"/>
            <a:pathLst>
              <a:path w="43135" h="44235" extrusionOk="0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9" name="Google Shape;439;p35"/>
          <p:cNvGrpSpPr/>
          <p:nvPr/>
        </p:nvGrpSpPr>
        <p:grpSpPr>
          <a:xfrm rot="7200089">
            <a:off x="7286063" y="3423059"/>
            <a:ext cx="1257916" cy="1342596"/>
            <a:chOff x="-408900" y="504142"/>
            <a:chExt cx="1167600" cy="1246200"/>
          </a:xfrm>
        </p:grpSpPr>
        <p:cxnSp>
          <p:nvCxnSpPr>
            <p:cNvPr id="440" name="Google Shape;440;p35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35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35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EA5CB0A8-E533-3768-8292-F26D36A7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9C37F024-F9F6-6786-37C0-12A9D92EC01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34400" y="776150"/>
            <a:ext cx="1675200" cy="13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489" name="Google Shape;489;p39">
            <a:extLst>
              <a:ext uri="{FF2B5EF4-FFF2-40B4-BE49-F238E27FC236}">
                <a16:creationId xmlns:a16="http://schemas.microsoft.com/office/drawing/2014/main" id="{8CDD9637-EFBD-9FF8-2937-E7DE24DD7E59}"/>
              </a:ext>
            </a:extLst>
          </p:cNvPr>
          <p:cNvGrpSpPr/>
          <p:nvPr/>
        </p:nvGrpSpPr>
        <p:grpSpPr>
          <a:xfrm rot="-8441737" flipH="1">
            <a:off x="457794" y="3373587"/>
            <a:ext cx="1257847" cy="1342522"/>
            <a:chOff x="-408900" y="504142"/>
            <a:chExt cx="1167600" cy="1246200"/>
          </a:xfrm>
        </p:grpSpPr>
        <p:cxnSp>
          <p:nvCxnSpPr>
            <p:cNvPr id="490" name="Google Shape;490;p39">
              <a:extLst>
                <a:ext uri="{FF2B5EF4-FFF2-40B4-BE49-F238E27FC236}">
                  <a16:creationId xmlns:a16="http://schemas.microsoft.com/office/drawing/2014/main" id="{B0CDA9C8-2C45-4BBF-2551-CCF981C00C90}"/>
                </a:ext>
              </a:extLst>
            </p:cNvPr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39">
              <a:extLst>
                <a:ext uri="{FF2B5EF4-FFF2-40B4-BE49-F238E27FC236}">
                  <a16:creationId xmlns:a16="http://schemas.microsoft.com/office/drawing/2014/main" id="{84015B60-B704-1A5E-5DFA-B56FFBE0B06F}"/>
                </a:ext>
              </a:extLst>
            </p:cNvPr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39">
              <a:extLst>
                <a:ext uri="{FF2B5EF4-FFF2-40B4-BE49-F238E27FC236}">
                  <a16:creationId xmlns:a16="http://schemas.microsoft.com/office/drawing/2014/main" id="{D6E5F943-5155-9E85-EDC5-D9102F55C0EC}"/>
                </a:ext>
              </a:extLst>
            </p:cNvPr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131B2BF2-BC83-81AB-E0F0-714351ACD367}"/>
              </a:ext>
            </a:extLst>
          </p:cNvPr>
          <p:cNvSpPr txBox="1">
            <a:spLocks/>
          </p:cNvSpPr>
          <p:nvPr/>
        </p:nvSpPr>
        <p:spPr>
          <a:xfrm>
            <a:off x="627263" y="2254301"/>
            <a:ext cx="7889473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40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r>
              <a:rPr lang="en-GB" dirty="0">
                <a:hlinkClick r:id="rId3"/>
              </a:rPr>
              <a:t>GitHub Repo &amp; Project Status Report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13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>
            <a:spLocks noGrp="1"/>
          </p:cNvSpPr>
          <p:nvPr>
            <p:ph type="title" idx="2"/>
          </p:nvPr>
        </p:nvSpPr>
        <p:spPr>
          <a:xfrm>
            <a:off x="3734400" y="776150"/>
            <a:ext cx="1675200" cy="13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89" name="Google Shape;489;p39"/>
          <p:cNvGrpSpPr/>
          <p:nvPr/>
        </p:nvGrpSpPr>
        <p:grpSpPr>
          <a:xfrm rot="-8441737" flipH="1">
            <a:off x="457794" y="3373587"/>
            <a:ext cx="1257847" cy="1342522"/>
            <a:chOff x="-408900" y="504142"/>
            <a:chExt cx="1167600" cy="1246200"/>
          </a:xfrm>
        </p:grpSpPr>
        <p:cxnSp>
          <p:nvCxnSpPr>
            <p:cNvPr id="490" name="Google Shape;490;p39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39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39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6DC9522B-AC3B-F17E-40DE-089D3A0CADBA}"/>
              </a:ext>
            </a:extLst>
          </p:cNvPr>
          <p:cNvSpPr txBox="1">
            <a:spLocks/>
          </p:cNvSpPr>
          <p:nvPr/>
        </p:nvSpPr>
        <p:spPr>
          <a:xfrm>
            <a:off x="1176150" y="1991298"/>
            <a:ext cx="67917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40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r>
              <a:rPr lang="en-GB" dirty="0">
                <a:hlinkClick r:id="rId3"/>
              </a:rPr>
              <a:t>Sprint Backlog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E803E8B-F977-0F82-CC5A-51E5B3F0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D73E11B5-6E44-336A-BB0F-F6719394019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9118" y="426465"/>
            <a:ext cx="1540493" cy="9452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89" name="Google Shape;489;p39">
            <a:extLst>
              <a:ext uri="{FF2B5EF4-FFF2-40B4-BE49-F238E27FC236}">
                <a16:creationId xmlns:a16="http://schemas.microsoft.com/office/drawing/2014/main" id="{6FEA5858-BE27-D84E-7046-95F3DC9EB980}"/>
              </a:ext>
            </a:extLst>
          </p:cNvPr>
          <p:cNvGrpSpPr/>
          <p:nvPr/>
        </p:nvGrpSpPr>
        <p:grpSpPr>
          <a:xfrm rot="-8441737" flipH="1">
            <a:off x="457794" y="3373587"/>
            <a:ext cx="1257847" cy="1342522"/>
            <a:chOff x="-408900" y="504142"/>
            <a:chExt cx="1167600" cy="1246200"/>
          </a:xfrm>
        </p:grpSpPr>
        <p:cxnSp>
          <p:nvCxnSpPr>
            <p:cNvPr id="490" name="Google Shape;490;p39">
              <a:extLst>
                <a:ext uri="{FF2B5EF4-FFF2-40B4-BE49-F238E27FC236}">
                  <a16:creationId xmlns:a16="http://schemas.microsoft.com/office/drawing/2014/main" id="{5AD6F1B9-76AF-995A-7C80-6FBFABAB7F5E}"/>
                </a:ext>
              </a:extLst>
            </p:cNvPr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39">
              <a:extLst>
                <a:ext uri="{FF2B5EF4-FFF2-40B4-BE49-F238E27FC236}">
                  <a16:creationId xmlns:a16="http://schemas.microsoft.com/office/drawing/2014/main" id="{7F767BCA-F3EB-8B47-5636-468021346CAF}"/>
                </a:ext>
              </a:extLst>
            </p:cNvPr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39">
              <a:extLst>
                <a:ext uri="{FF2B5EF4-FFF2-40B4-BE49-F238E27FC236}">
                  <a16:creationId xmlns:a16="http://schemas.microsoft.com/office/drawing/2014/main" id="{07CD264C-98E1-723A-9AE8-7D820C1958DA}"/>
                </a:ext>
              </a:extLst>
            </p:cNvPr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86436E98-CA6D-DF5F-4417-AAE2F2B20009}"/>
              </a:ext>
            </a:extLst>
          </p:cNvPr>
          <p:cNvSpPr txBox="1">
            <a:spLocks/>
          </p:cNvSpPr>
          <p:nvPr/>
        </p:nvSpPr>
        <p:spPr>
          <a:xfrm>
            <a:off x="1520034" y="231823"/>
            <a:ext cx="7386553" cy="1139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40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r>
              <a:rPr lang="en-GB" dirty="0"/>
              <a:t>Sprint Retrospective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C5505-630F-A918-0276-CA3492C66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44" y="1528832"/>
            <a:ext cx="8112722" cy="331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6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0AF8DAE9-192D-DC52-D2C9-644101E2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B727336E-2AB3-C64A-61D1-4F74868EEF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8646" y="505443"/>
            <a:ext cx="1573356" cy="8400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89" name="Google Shape;489;p39">
            <a:extLst>
              <a:ext uri="{FF2B5EF4-FFF2-40B4-BE49-F238E27FC236}">
                <a16:creationId xmlns:a16="http://schemas.microsoft.com/office/drawing/2014/main" id="{E1CD8DE8-E8DE-1382-9D6E-6256CE7898E4}"/>
              </a:ext>
            </a:extLst>
          </p:cNvPr>
          <p:cNvGrpSpPr/>
          <p:nvPr/>
        </p:nvGrpSpPr>
        <p:grpSpPr>
          <a:xfrm rot="-8441737" flipH="1">
            <a:off x="457794" y="3373587"/>
            <a:ext cx="1257847" cy="1342522"/>
            <a:chOff x="-408900" y="504142"/>
            <a:chExt cx="1167600" cy="1246200"/>
          </a:xfrm>
        </p:grpSpPr>
        <p:cxnSp>
          <p:nvCxnSpPr>
            <p:cNvPr id="490" name="Google Shape;490;p39">
              <a:extLst>
                <a:ext uri="{FF2B5EF4-FFF2-40B4-BE49-F238E27FC236}">
                  <a16:creationId xmlns:a16="http://schemas.microsoft.com/office/drawing/2014/main" id="{A744D79C-0E89-2A3B-4070-B3B58CE49484}"/>
                </a:ext>
              </a:extLst>
            </p:cNvPr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39">
              <a:extLst>
                <a:ext uri="{FF2B5EF4-FFF2-40B4-BE49-F238E27FC236}">
                  <a16:creationId xmlns:a16="http://schemas.microsoft.com/office/drawing/2014/main" id="{4B8534A2-20DC-0812-A75D-CA08D5A511A2}"/>
                </a:ext>
              </a:extLst>
            </p:cNvPr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39">
              <a:extLst>
                <a:ext uri="{FF2B5EF4-FFF2-40B4-BE49-F238E27FC236}">
                  <a16:creationId xmlns:a16="http://schemas.microsoft.com/office/drawing/2014/main" id="{2A7E9476-F4B1-DF4E-BB3C-A5F192D18D0D}"/>
                </a:ext>
              </a:extLst>
            </p:cNvPr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5EC1701D-F169-3568-F735-A0180682D68F}"/>
              </a:ext>
            </a:extLst>
          </p:cNvPr>
          <p:cNvSpPr txBox="1">
            <a:spLocks/>
          </p:cNvSpPr>
          <p:nvPr/>
        </p:nvSpPr>
        <p:spPr>
          <a:xfrm>
            <a:off x="1495998" y="0"/>
            <a:ext cx="67917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40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nbounded"/>
              <a:buNone/>
              <a:defRPr sz="36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r>
              <a:rPr lang="en-GB" dirty="0"/>
              <a:t>Individual Portfolio Snapshot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44742-51BA-E5E8-6560-C1BC6C552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730"/>
          <a:stretch>
            <a:fillRect/>
          </a:stretch>
        </p:blipFill>
        <p:spPr>
          <a:xfrm>
            <a:off x="78457" y="1906450"/>
            <a:ext cx="4511254" cy="2009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7AE2FA-C299-BA15-9F8A-B08235BB77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356"/>
          <a:stretch>
            <a:fillRect/>
          </a:stretch>
        </p:blipFill>
        <p:spPr>
          <a:xfrm>
            <a:off x="4669060" y="1564209"/>
            <a:ext cx="4396483" cy="1863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F51F12-4981-1A47-A9DC-346C36A74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8" y="3915956"/>
            <a:ext cx="4511253" cy="4405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09758-0FBF-F4E6-E19A-3CDC1D9E2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060" y="3427299"/>
            <a:ext cx="4396482" cy="92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88606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On-screen Show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Actor</vt:lpstr>
      <vt:lpstr>Unbounded Light</vt:lpstr>
      <vt:lpstr>Unbounded</vt:lpstr>
      <vt:lpstr>Arial</vt:lpstr>
      <vt:lpstr>My Presentation Template</vt:lpstr>
      <vt:lpstr>Project Round 4 Update</vt:lpstr>
      <vt:lpstr>01</vt:lpstr>
      <vt:lpstr>02</vt:lpstr>
      <vt:lpstr>03</vt:lpstr>
      <vt:lpstr>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Wendo</dc:creator>
  <cp:lastModifiedBy>Ryan Kioko</cp:lastModifiedBy>
  <cp:revision>1</cp:revision>
  <dcterms:modified xsi:type="dcterms:W3CDTF">2026-01-19T23:05:37Z</dcterms:modified>
</cp:coreProperties>
</file>